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The image depicts a modern, well-lit, multi-level library with a clear layout, featuring an open staircase, contemporary furniture, and a focus on accessibility and organization.">
            <a:extLst>
              <a:ext uri="{FF2B5EF4-FFF2-40B4-BE49-F238E27FC236}">
                <a16:creationId xmlns:a16="http://schemas.microsoft.com/office/drawing/2014/main" id="{2AEDEBAD-6F16-A068-4105-0F834CD9962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2" r="1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Hochschulbibliothek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Von: Mia, Mouna und Finja </a:t>
            </a:r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EF4DB-DC5F-8A54-3DBF-65A73911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3BC8C-3FE9-65CE-7296-6B09E452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  <a:p>
            <a:r>
              <a:rPr lang="de-DE" dirty="0"/>
              <a:t>Use-Case Diagramm</a:t>
            </a:r>
          </a:p>
          <a:p>
            <a:r>
              <a:rPr lang="de-DE" dirty="0"/>
              <a:t>ER-Modell</a:t>
            </a:r>
          </a:p>
          <a:p>
            <a:r>
              <a:rPr lang="de-DE" dirty="0"/>
              <a:t>Logischer Datenbankenentwurf</a:t>
            </a:r>
          </a:p>
          <a:p>
            <a:r>
              <a:rPr lang="de-DE" dirty="0"/>
              <a:t>SQL-Datenbank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30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95E8-8BDA-528E-3BFF-F946C98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A9DB0B-F0F5-6AFD-87FC-5941932C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69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Die Fachhochschulbibliothek plant ein Online-Portal, über das Nutzer sich </a:t>
            </a:r>
            <a:r>
              <a:rPr lang="de-DE" dirty="0">
                <a:solidFill>
                  <a:srgbClr val="FF0000"/>
                </a:solidFill>
              </a:rPr>
              <a:t>registrieren</a:t>
            </a:r>
            <a:r>
              <a:rPr lang="de-DE" dirty="0"/>
              <a:t> und ein persönliches Profil anlegen können. Über dieses Portal können </a:t>
            </a:r>
            <a:r>
              <a:rPr lang="de-DE" dirty="0">
                <a:solidFill>
                  <a:srgbClr val="FF0000"/>
                </a:solidFill>
              </a:rPr>
              <a:t>Bücher und Zeitschriften ausgeliehen </a:t>
            </a:r>
            <a:r>
              <a:rPr lang="de-DE" dirty="0"/>
              <a:t>sowie deren aktuelle </a:t>
            </a:r>
            <a:r>
              <a:rPr lang="de-DE" dirty="0">
                <a:solidFill>
                  <a:srgbClr val="FF0000"/>
                </a:solidFill>
              </a:rPr>
              <a:t>Verfügbarkeit eingesehen </a:t>
            </a:r>
            <a:r>
              <a:rPr lang="de-DE" dirty="0"/>
              <a:t>werden. Außerdem besteht die Möglichkeit, </a:t>
            </a:r>
            <a:r>
              <a:rPr lang="de-DE" dirty="0">
                <a:solidFill>
                  <a:srgbClr val="FF0000"/>
                </a:solidFill>
              </a:rPr>
              <a:t>Reservierungen</a:t>
            </a:r>
            <a:r>
              <a:rPr lang="de-DE" dirty="0"/>
              <a:t> für nicht verfügbare Artikel vorzunehmen. </a:t>
            </a:r>
            <a:r>
              <a:rPr lang="de-DE" dirty="0">
                <a:solidFill>
                  <a:srgbClr val="FF0000"/>
                </a:solidFill>
              </a:rPr>
              <a:t>Digitale Medien </a:t>
            </a:r>
            <a:r>
              <a:rPr lang="de-DE" dirty="0"/>
              <a:t>können direkt über die Plattform </a:t>
            </a:r>
            <a:r>
              <a:rPr lang="de-DE" dirty="0">
                <a:solidFill>
                  <a:srgbClr val="FF0000"/>
                </a:solidFill>
              </a:rPr>
              <a:t>heruntergeladen</a:t>
            </a:r>
            <a:r>
              <a:rPr lang="de-DE" dirty="0"/>
              <a:t> werden.</a:t>
            </a:r>
          </a:p>
          <a:p>
            <a:pPr marL="0" indent="0">
              <a:buNone/>
            </a:pPr>
            <a:r>
              <a:rPr lang="de-DE" dirty="0"/>
              <a:t>Darüber hinaus soll eine </a:t>
            </a:r>
            <a:r>
              <a:rPr lang="de-DE" dirty="0">
                <a:solidFill>
                  <a:srgbClr val="FF0000"/>
                </a:solidFill>
              </a:rPr>
              <a:t>Heimlieferung</a:t>
            </a:r>
            <a:r>
              <a:rPr lang="de-DE" dirty="0"/>
              <a:t> angeboten werden. Bei persönlicher Abholung wird der genaue </a:t>
            </a:r>
            <a:r>
              <a:rPr lang="de-DE" dirty="0">
                <a:solidFill>
                  <a:srgbClr val="FF0000"/>
                </a:solidFill>
              </a:rPr>
              <a:t>Regalstandort</a:t>
            </a:r>
            <a:r>
              <a:rPr lang="de-DE" dirty="0"/>
              <a:t> des Artikels angezeigt. Das Portal übernimmt außerdem die Verwaltung von </a:t>
            </a:r>
            <a:r>
              <a:rPr lang="de-DE" dirty="0">
                <a:solidFill>
                  <a:srgbClr val="FF0000"/>
                </a:solidFill>
              </a:rPr>
              <a:t>Leihdauer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Mahnungsgebühren</a:t>
            </a:r>
            <a:r>
              <a:rPr lang="de-DE" dirty="0"/>
              <a:t>. </a:t>
            </a:r>
            <a:r>
              <a:rPr lang="de-DE" dirty="0">
                <a:solidFill>
                  <a:srgbClr val="FF0000"/>
                </a:solidFill>
              </a:rPr>
              <a:t>Bestellung</a:t>
            </a:r>
            <a:r>
              <a:rPr lang="de-DE" dirty="0"/>
              <a:t>, </a:t>
            </a:r>
            <a:r>
              <a:rPr lang="de-DE" dirty="0">
                <a:solidFill>
                  <a:srgbClr val="FF0000"/>
                </a:solidFill>
              </a:rPr>
              <a:t>Sendungsverfolgung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Rechnungsstellung</a:t>
            </a:r>
            <a:r>
              <a:rPr lang="de-DE" dirty="0"/>
              <a:t> werden ebenfalls angeboten.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814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977070-4EB5-9C1E-392B-A253DF45A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Use-Case Diagramm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9671DC-CA7B-9D88-FB5D-E4BF1DCF4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670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B6FAE-8EFD-732A-B884-CC2BFCE3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ER-Modell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D0694-4539-1D95-55C2-9B4E2E19A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518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F007A-CDD3-0B03-2018-5B50FCE46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Logischer Datenbankenentwurf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85E2FD-6D86-6F17-972C-B3DBA1BBD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7456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216E1-F291-DBE4-2223-D0512FDF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616802-8963-F5B0-CFC7-5C7E4AD7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1220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</Words>
  <Application>Microsoft Office PowerPoint</Application>
  <PresentationFormat>Breitbild</PresentationFormat>
  <Paragraphs>15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Hochschulbibliothek</vt:lpstr>
      <vt:lpstr>Übersicht</vt:lpstr>
      <vt:lpstr>Problemstellung</vt:lpstr>
      <vt:lpstr>Use-Case Diagramm</vt:lpstr>
      <vt:lpstr>ER-Modell</vt:lpstr>
      <vt:lpstr>Logischer Datenbankenentwurf</vt:lpstr>
      <vt:lpstr>SQL-Datenbank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2</cp:revision>
  <dcterms:created xsi:type="dcterms:W3CDTF">2026-06-10T10:10:10Z</dcterms:created>
  <dcterms:modified xsi:type="dcterms:W3CDTF">2026-06-12T10:43:09Z</dcterms:modified>
</cp:coreProperties>
</file>