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7" autoAdjust="0"/>
    <p:restoredTop sz="94660"/>
  </p:normalViewPr>
  <p:slideViewPr>
    <p:cSldViewPr snapToGrid="0">
      <p:cViewPr varScale="1">
        <p:scale>
          <a:sx n="83" d="100"/>
          <a:sy n="83" d="100"/>
        </p:scale>
        <p:origin x="4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6C931E-028C-9CEF-17A0-619DB6C899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92E753F-3917-E338-8E44-69E585880A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D2C064-DAB5-B00B-562A-B294977D5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7FCF990-BBE2-EEEA-1727-FF0E7DD7B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7D46F89-9260-E973-A71E-D53064C4D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7017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78642B-A63B-DC03-D075-5DCF112D2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A9CA0-6387-7E0C-CC21-2BD8759434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32C1461-05C1-2AA2-7F1F-40A257BFD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0107B0D-ABF4-8A71-9B71-9054660FE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BF5304-5F38-85E8-A942-B58F11808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4330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D18BA2-C2CA-4AA5-6B5A-FFF0871D7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76EA03-617B-69E7-8034-12E1CE2C07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253A53-0996-C105-0E90-44E3D44D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2FF8F7-744B-8C82-D5AB-3A4A51E46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9610C7-AD29-A4B0-D40C-A50FC08A9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38350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A1B96B-A2ED-15BC-7215-E4744593E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4404AF-5F13-DF33-F65A-E0535B6F0E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B668E33-0911-BE89-3F1C-06BAA03F00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7567568-316D-BB0F-0581-BCDA41D5B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5A6C46A-C7C4-7F02-2807-7DD432E4F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397DE3-30F8-E5C2-FD16-2021734C6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7455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02412B-741E-AE2D-5CAC-8CA3A879E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B9A6BF9-95DA-CDD7-F26B-61A12092E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58D9EC7-9FA3-BB39-BFE6-AF43B440D8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E28BA35-296B-909D-3DB2-7949FDAFFF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26CB602-6639-FAFE-80D9-76B9DF8544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9B6D82B-8CD7-C8FB-F249-5C9AE2E29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AB29ECE-1AF9-71F6-F5E1-7718159A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7158E46-B1DB-3859-C1B7-4EBB86F3A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509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34A6DD-7975-43CF-68EB-762E44C70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0430A0D-E097-0575-AAE8-E379F13A1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AC6340F-9A7E-6D7B-E9CC-B66488059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964E79C-2645-4FAB-901D-DB821CCF4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5598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C227A33-7BF8-BD86-AC8E-F8C9EBB3E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47FB31A-E2C1-CB3E-E108-B29C3DD7B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0FCF67-1FA5-7043-ECAC-EBA239C92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5891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427A30-1506-B95A-216A-C6825EE4A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ABBD57A-091A-2501-1A0B-11C767A46E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2813613-97EF-FE77-F176-C85064EDE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7A9BF9A-07D5-2CE9-B9B2-7085FD5F3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D2CC486-5FEC-53B3-AE5B-79C744FFA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DAE5DF6-6447-B88F-3FE9-B65AAC5B9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2734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CD138E-BAD5-FE3A-EFDA-D9F14F51C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696E7DE-D03A-7001-AE55-26E8ED8CE6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BB0A215-CCBE-028C-DC3F-E21DA95C93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78385EF-6F4E-5BA1-BC84-608B82C90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552F85E-4EE4-FA5D-B980-E37B3491D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51B801-4136-9F0C-8DF9-8F847A2BE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90079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AAB9EF-D1B4-B45F-B456-1E23A4D4E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7B88632-A9A2-FC03-021A-96A619F29B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ED24172-FD23-51D4-02F8-B4C6EA35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5E099FC-2C3A-58CA-22CE-B1C38178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133BBF-ED63-AB94-32B4-DEACD2020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1371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6269DCF-9330-9624-5CF7-45DBB913F4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6CF7E28-1520-B056-D752-33FA33B7BB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56D836-A86A-66C6-8BDF-4FE1C1393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87675-1CDB-48C0-9C87-57F4E3A33078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9FCC4AC-6C55-4E25-6ECF-40CD02FA7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104DCA-D442-C4C8-2FDB-6FD65DC44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37245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F676298-48B4-5981-DF2A-6703C91B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7137636-5918-70F4-A8E0-36175F1F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A2191C-3E8E-58D9-69F4-694EB24D17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687675-1CDB-48C0-9C87-57F4E3A33078}" type="datetimeFigureOut">
              <a:rPr lang="de-DE" smtClean="0"/>
              <a:t>10.06.2026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D2949BB-C832-3670-406A-D95999B209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170E5E-7C43-F02D-91DD-BDA4F1BE04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3B3C91-9BE6-487E-BD26-06CC957ECEA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7114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CB01A6-54F3-9690-39B8-DF10AD4BC8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B032A1B-B9EA-1151-4689-34CDAE5DBEA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81836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Breitbild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Finja Rolke</dc:creator>
  <cp:lastModifiedBy>Finja Rolke</cp:lastModifiedBy>
  <cp:revision>1</cp:revision>
  <dcterms:created xsi:type="dcterms:W3CDTF">2026-06-10T10:10:10Z</dcterms:created>
  <dcterms:modified xsi:type="dcterms:W3CDTF">2026-06-10T10:10:54Z</dcterms:modified>
</cp:coreProperties>
</file>